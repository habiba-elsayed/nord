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8229600" cy="14630400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DM Sans" panose="020B0604020202020204" charset="0"/>
      <p:regular r:id="rId16"/>
    </p:embeddedFont>
    <p:embeddedFont>
      <p:font typeface="PT Serif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04F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3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0663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-3-8.svg"/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-3-6.svg"/><Relationship Id="rId5" Type="http://schemas.openxmlformats.org/officeDocument/2006/relationships/image" Target="../media/image-3-4.svg"/><Relationship Id="rId10" Type="http://schemas.openxmlformats.org/officeDocument/2006/relationships/image" Target="../media/image-3-10.svg"/><Relationship Id="rId4" Type="http://schemas.openxmlformats.org/officeDocument/2006/relationships/image" Target="../media/image-3-2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abiba-elsayed/nord.git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nord.free.nf/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709982"/>
            <a:ext cx="7556421" cy="148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NORD – Modern E-Commerce Website</a:t>
            </a:r>
            <a:endParaRPr lang="en-US" sz="4650" dirty="0"/>
          </a:p>
        </p:txBody>
      </p:sp>
      <p:sp>
        <p:nvSpPr>
          <p:cNvPr id="4" name="Text 1"/>
          <p:cNvSpPr/>
          <p:nvPr/>
        </p:nvSpPr>
        <p:spPr>
          <a:xfrm>
            <a:off x="6280190" y="453866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React + Bootstrap (Frontend) | Core PHP + MySQL (Backend)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515671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Habiba Elsayed Salman - </a:t>
            </a:r>
            <a:r>
              <a:rPr lang="en-US" sz="1750" dirty="0" smtClean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30/3/2026</a:t>
            </a:r>
            <a:endParaRPr lang="en-US" sz="1750" dirty="0"/>
          </a:p>
        </p:txBody>
      </p:sp>
      <p:sp>
        <p:nvSpPr>
          <p:cNvPr id="6" name="Rectangle 5"/>
          <p:cNvSpPr/>
          <p:nvPr/>
        </p:nvSpPr>
        <p:spPr>
          <a:xfrm>
            <a:off x="12533243" y="7623313"/>
            <a:ext cx="2097157" cy="61622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28850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Project Idea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3426738"/>
            <a:ext cx="13042821" cy="2573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NORD</a:t>
            </a: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is a </a:t>
            </a: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modern e-commerce </a:t>
            </a: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web application for</a:t>
            </a: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Scandinavian-inspired homeware crafted from natural materials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Focuses on:</a:t>
            </a:r>
            <a:endParaRPr lang="en-US" sz="1750" dirty="0"/>
          </a:p>
          <a:p>
            <a:pPr marL="685800" lvl="1" indent="-342900" algn="l">
              <a:lnSpc>
                <a:spcPts val="2850"/>
              </a:lnSpc>
              <a:buSzPct val="100000"/>
              <a:buChar char="◦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Clean UI</a:t>
            </a:r>
            <a:endParaRPr lang="en-US" sz="1750" dirty="0"/>
          </a:p>
          <a:p>
            <a:pPr marL="685800" lvl="1" indent="-342900" algn="l">
              <a:lnSpc>
                <a:spcPts val="2850"/>
              </a:lnSpc>
              <a:buSzPct val="100000"/>
              <a:buChar char="◦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Simple shopping experience</a:t>
            </a:r>
            <a:endParaRPr lang="en-US" sz="1750" dirty="0"/>
          </a:p>
          <a:p>
            <a:pPr marL="685800" lvl="1" indent="-342900" algn="l">
              <a:lnSpc>
                <a:spcPts val="2850"/>
              </a:lnSpc>
              <a:buSzPct val="100000"/>
              <a:buChar char="◦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Responsive design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Built as a </a:t>
            </a: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real-world simulation</a:t>
            </a: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of an online store</a:t>
            </a:r>
            <a:endParaRPr lang="en-US" sz="1750" dirty="0"/>
          </a:p>
        </p:txBody>
      </p:sp>
      <p:sp>
        <p:nvSpPr>
          <p:cNvPr id="4" name="Rectangle 3"/>
          <p:cNvSpPr/>
          <p:nvPr/>
        </p:nvSpPr>
        <p:spPr>
          <a:xfrm>
            <a:off x="12533243" y="7613374"/>
            <a:ext cx="2097157" cy="61622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69494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Design Concept</a:t>
            </a:r>
            <a:endParaRPr lang="en-US" sz="4650" dirty="0"/>
          </a:p>
        </p:txBody>
      </p:sp>
      <p:sp>
        <p:nvSpPr>
          <p:cNvPr id="3" name="Shape 1"/>
          <p:cNvSpPr/>
          <p:nvPr/>
        </p:nvSpPr>
        <p:spPr>
          <a:xfrm>
            <a:off x="793790" y="2867382"/>
            <a:ext cx="4196358" cy="1732955"/>
          </a:xfrm>
          <a:prstGeom prst="roundRect">
            <a:avLst>
              <a:gd name="adj" fmla="val 1963"/>
            </a:avLst>
          </a:prstGeom>
          <a:solidFill>
            <a:srgbClr val="F2EEEE"/>
          </a:solidFill>
          <a:ln/>
        </p:spPr>
      </p:sp>
      <p:sp>
        <p:nvSpPr>
          <p:cNvPr id="4" name="Shape 2"/>
          <p:cNvSpPr/>
          <p:nvPr/>
        </p:nvSpPr>
        <p:spPr>
          <a:xfrm>
            <a:off x="1020604" y="3094196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E04F0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207770" y="3281243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0604" y="4001453"/>
            <a:ext cx="3677007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Minimal and modern layout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5216962" y="2867382"/>
            <a:ext cx="4196358" cy="1732955"/>
          </a:xfrm>
          <a:prstGeom prst="roundRect">
            <a:avLst>
              <a:gd name="adj" fmla="val 1963"/>
            </a:avLst>
          </a:prstGeom>
          <a:solidFill>
            <a:srgbClr val="F2EEEE"/>
          </a:solidFill>
          <a:ln/>
        </p:spPr>
      </p:sp>
      <p:sp>
        <p:nvSpPr>
          <p:cNvPr id="8" name="Shape 5"/>
          <p:cNvSpPr/>
          <p:nvPr/>
        </p:nvSpPr>
        <p:spPr>
          <a:xfrm>
            <a:off x="5443776" y="3094196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E04F00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5630942" y="3281243"/>
            <a:ext cx="306110" cy="30611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43776" y="4001453"/>
            <a:ext cx="3473768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Grid-based product listing</a:t>
            </a:r>
            <a:endParaRPr lang="en-US" sz="2300" dirty="0"/>
          </a:p>
        </p:txBody>
      </p:sp>
      <p:sp>
        <p:nvSpPr>
          <p:cNvPr id="11" name="Shape 7"/>
          <p:cNvSpPr/>
          <p:nvPr/>
        </p:nvSpPr>
        <p:spPr>
          <a:xfrm>
            <a:off x="9640133" y="2867382"/>
            <a:ext cx="4196358" cy="1732955"/>
          </a:xfrm>
          <a:prstGeom prst="roundRect">
            <a:avLst>
              <a:gd name="adj" fmla="val 1963"/>
            </a:avLst>
          </a:prstGeom>
          <a:solidFill>
            <a:srgbClr val="F2EEEE"/>
          </a:solidFill>
          <a:ln/>
        </p:spPr>
      </p:sp>
      <p:sp>
        <p:nvSpPr>
          <p:cNvPr id="12" name="Shape 8"/>
          <p:cNvSpPr/>
          <p:nvPr/>
        </p:nvSpPr>
        <p:spPr>
          <a:xfrm>
            <a:off x="9866948" y="3094196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E04F00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10054114" y="3281243"/>
            <a:ext cx="306110" cy="30611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866948" y="400145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Clear navigation</a:t>
            </a:r>
            <a:endParaRPr lang="en-US" sz="2300" dirty="0"/>
          </a:p>
        </p:txBody>
      </p:sp>
      <p:sp>
        <p:nvSpPr>
          <p:cNvPr id="15" name="Shape 10"/>
          <p:cNvSpPr/>
          <p:nvPr/>
        </p:nvSpPr>
        <p:spPr>
          <a:xfrm>
            <a:off x="793790" y="4827151"/>
            <a:ext cx="6407944" cy="1732955"/>
          </a:xfrm>
          <a:prstGeom prst="roundRect">
            <a:avLst>
              <a:gd name="adj" fmla="val 1963"/>
            </a:avLst>
          </a:prstGeom>
          <a:solidFill>
            <a:srgbClr val="F2EEEE"/>
          </a:solidFill>
          <a:ln/>
        </p:spPr>
      </p:sp>
      <p:sp>
        <p:nvSpPr>
          <p:cNvPr id="16" name="Shape 11"/>
          <p:cNvSpPr/>
          <p:nvPr/>
        </p:nvSpPr>
        <p:spPr>
          <a:xfrm>
            <a:off x="1020604" y="505396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E04F00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1207770" y="5241012"/>
            <a:ext cx="306110" cy="30611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20604" y="5961221"/>
            <a:ext cx="4183737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Cart icon with live item counter</a:t>
            </a:r>
            <a:endParaRPr lang="en-US" sz="2300" dirty="0"/>
          </a:p>
        </p:txBody>
      </p:sp>
      <p:sp>
        <p:nvSpPr>
          <p:cNvPr id="19" name="Shape 13"/>
          <p:cNvSpPr/>
          <p:nvPr/>
        </p:nvSpPr>
        <p:spPr>
          <a:xfrm>
            <a:off x="7428548" y="4827151"/>
            <a:ext cx="6407944" cy="1732955"/>
          </a:xfrm>
          <a:prstGeom prst="roundRect">
            <a:avLst>
              <a:gd name="adj" fmla="val 1963"/>
            </a:avLst>
          </a:prstGeom>
          <a:solidFill>
            <a:srgbClr val="F2EEEE"/>
          </a:solidFill>
          <a:ln/>
        </p:spPr>
      </p:sp>
      <p:sp>
        <p:nvSpPr>
          <p:cNvPr id="20" name="Shape 14"/>
          <p:cNvSpPr/>
          <p:nvPr/>
        </p:nvSpPr>
        <p:spPr>
          <a:xfrm>
            <a:off x="7655362" y="505396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E04F00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7842528" y="5241012"/>
            <a:ext cx="306110" cy="30611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655362" y="5961221"/>
            <a:ext cx="4235172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Mobile-friendly using Bootstrap</a:t>
            </a:r>
            <a:endParaRPr lang="en-US" sz="2300" dirty="0"/>
          </a:p>
        </p:txBody>
      </p:sp>
      <p:sp>
        <p:nvSpPr>
          <p:cNvPr id="23" name="Rectangle 22"/>
          <p:cNvSpPr/>
          <p:nvPr/>
        </p:nvSpPr>
        <p:spPr>
          <a:xfrm>
            <a:off x="12533243" y="7613374"/>
            <a:ext cx="2097157" cy="61622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38018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Technologies Used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3549253"/>
            <a:ext cx="3572470" cy="446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E04F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Frontend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3790" y="4222671"/>
            <a:ext cx="6244709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React (Vite)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React Router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Bootstrap 5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Context API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3549253"/>
            <a:ext cx="3572470" cy="446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E04F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Backend</a:t>
            </a:r>
            <a:endParaRPr lang="en-US" sz="2800" dirty="0">
              <a:solidFill>
                <a:srgbClr val="E04F0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7599521" y="4222671"/>
            <a:ext cx="6244709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Core PHP (no framework)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MySQL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REST-style PHP APIs</a:t>
            </a:r>
            <a:endParaRPr lang="en-US" sz="1750" dirty="0"/>
          </a:p>
        </p:txBody>
      </p:sp>
      <p:sp>
        <p:nvSpPr>
          <p:cNvPr id="7" name="Rectangle 6"/>
          <p:cNvSpPr/>
          <p:nvPr/>
        </p:nvSpPr>
        <p:spPr>
          <a:xfrm>
            <a:off x="12533243" y="7613374"/>
            <a:ext cx="2097157" cy="61622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43720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Key Features</a:t>
            </a:r>
            <a:endParaRPr lang="en-US" sz="4650" dirty="0"/>
          </a:p>
        </p:txBody>
      </p:sp>
      <p:sp>
        <p:nvSpPr>
          <p:cNvPr id="3" name="Shape 1"/>
          <p:cNvSpPr/>
          <p:nvPr/>
        </p:nvSpPr>
        <p:spPr>
          <a:xfrm>
            <a:off x="793790" y="3341608"/>
            <a:ext cx="4196358" cy="1258729"/>
          </a:xfrm>
          <a:prstGeom prst="roundRect">
            <a:avLst>
              <a:gd name="adj" fmla="val 11623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310" y="3341608"/>
            <a:ext cx="121920" cy="1258729"/>
          </a:xfrm>
          <a:prstGeom prst="roundRect">
            <a:avLst>
              <a:gd name="adj" fmla="val 27907"/>
            </a:avLst>
          </a:prstGeom>
          <a:solidFill>
            <a:srgbClr val="FF6F1F"/>
          </a:solidFill>
          <a:ln/>
        </p:spPr>
      </p:sp>
      <p:sp>
        <p:nvSpPr>
          <p:cNvPr id="5" name="Text 3"/>
          <p:cNvSpPr/>
          <p:nvPr/>
        </p:nvSpPr>
        <p:spPr>
          <a:xfrm>
            <a:off x="1142524" y="359890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Product listing page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216962" y="3341608"/>
            <a:ext cx="4196358" cy="1258729"/>
          </a:xfrm>
          <a:prstGeom prst="roundRect">
            <a:avLst>
              <a:gd name="adj" fmla="val 11623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86482" y="3341608"/>
            <a:ext cx="121920" cy="1258729"/>
          </a:xfrm>
          <a:prstGeom prst="roundRect">
            <a:avLst>
              <a:gd name="adj" fmla="val 27907"/>
            </a:avLst>
          </a:prstGeom>
          <a:solidFill>
            <a:srgbClr val="FF6F1F"/>
          </a:solidFill>
          <a:ln/>
        </p:spPr>
      </p:sp>
      <p:sp>
        <p:nvSpPr>
          <p:cNvPr id="8" name="Text 6"/>
          <p:cNvSpPr/>
          <p:nvPr/>
        </p:nvSpPr>
        <p:spPr>
          <a:xfrm>
            <a:off x="5565696" y="3598902"/>
            <a:ext cx="3257431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Add to cart functionality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9640133" y="3341608"/>
            <a:ext cx="4196358" cy="1258729"/>
          </a:xfrm>
          <a:prstGeom prst="roundRect">
            <a:avLst>
              <a:gd name="adj" fmla="val 11623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9653" y="3341608"/>
            <a:ext cx="121920" cy="1258729"/>
          </a:xfrm>
          <a:prstGeom prst="roundRect">
            <a:avLst>
              <a:gd name="adj" fmla="val 27907"/>
            </a:avLst>
          </a:prstGeom>
          <a:solidFill>
            <a:srgbClr val="FF6F1F"/>
          </a:solidFill>
          <a:ln/>
        </p:spPr>
      </p:sp>
      <p:sp>
        <p:nvSpPr>
          <p:cNvPr id="11" name="Text 9"/>
          <p:cNvSpPr/>
          <p:nvPr/>
        </p:nvSpPr>
        <p:spPr>
          <a:xfrm>
            <a:off x="9988868" y="3598902"/>
            <a:ext cx="3590330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Cart quantity management (+ / − / remove)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793790" y="4827151"/>
            <a:ext cx="4196358" cy="1258729"/>
          </a:xfrm>
          <a:prstGeom prst="roundRect">
            <a:avLst>
              <a:gd name="adj" fmla="val 11623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3310" y="4827151"/>
            <a:ext cx="121920" cy="1258729"/>
          </a:xfrm>
          <a:prstGeom prst="roundRect">
            <a:avLst>
              <a:gd name="adj" fmla="val 27907"/>
            </a:avLst>
          </a:prstGeom>
          <a:solidFill>
            <a:srgbClr val="FF6F1F"/>
          </a:solidFill>
          <a:ln/>
        </p:spPr>
      </p:sp>
      <p:sp>
        <p:nvSpPr>
          <p:cNvPr id="14" name="Text 12"/>
          <p:cNvSpPr/>
          <p:nvPr/>
        </p:nvSpPr>
        <p:spPr>
          <a:xfrm>
            <a:off x="1142524" y="5084445"/>
            <a:ext cx="3590330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Cart persistence using localStorage</a:t>
            </a:r>
            <a:endParaRPr lang="en-US" sz="2300" dirty="0"/>
          </a:p>
        </p:txBody>
      </p:sp>
      <p:sp>
        <p:nvSpPr>
          <p:cNvPr id="15" name="Shape 13"/>
          <p:cNvSpPr/>
          <p:nvPr/>
        </p:nvSpPr>
        <p:spPr>
          <a:xfrm>
            <a:off x="5216962" y="4827151"/>
            <a:ext cx="4196358" cy="1258729"/>
          </a:xfrm>
          <a:prstGeom prst="roundRect">
            <a:avLst>
              <a:gd name="adj" fmla="val 11623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86482" y="4827151"/>
            <a:ext cx="121920" cy="1258729"/>
          </a:xfrm>
          <a:prstGeom prst="roundRect">
            <a:avLst>
              <a:gd name="adj" fmla="val 27907"/>
            </a:avLst>
          </a:prstGeom>
          <a:solidFill>
            <a:srgbClr val="FF6F1F"/>
          </a:solidFill>
          <a:ln/>
        </p:spPr>
      </p:sp>
      <p:sp>
        <p:nvSpPr>
          <p:cNvPr id="17" name="Text 15"/>
          <p:cNvSpPr/>
          <p:nvPr/>
        </p:nvSpPr>
        <p:spPr>
          <a:xfrm>
            <a:off x="5565696" y="5084445"/>
            <a:ext cx="3590330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Order summary with shipping logic</a:t>
            </a:r>
            <a:endParaRPr lang="en-US" sz="2300" dirty="0"/>
          </a:p>
        </p:txBody>
      </p:sp>
      <p:sp>
        <p:nvSpPr>
          <p:cNvPr id="18" name="Shape 16"/>
          <p:cNvSpPr/>
          <p:nvPr/>
        </p:nvSpPr>
        <p:spPr>
          <a:xfrm>
            <a:off x="9640133" y="4827151"/>
            <a:ext cx="4196358" cy="1258729"/>
          </a:xfrm>
          <a:prstGeom prst="roundRect">
            <a:avLst>
              <a:gd name="adj" fmla="val 11623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09653" y="4827151"/>
            <a:ext cx="121920" cy="1258729"/>
          </a:xfrm>
          <a:prstGeom prst="roundRect">
            <a:avLst>
              <a:gd name="adj" fmla="val 27907"/>
            </a:avLst>
          </a:prstGeom>
          <a:solidFill>
            <a:srgbClr val="FF6F1F"/>
          </a:solidFill>
          <a:ln/>
        </p:spPr>
      </p:sp>
      <p:sp>
        <p:nvSpPr>
          <p:cNvPr id="20" name="Text 18"/>
          <p:cNvSpPr/>
          <p:nvPr/>
        </p:nvSpPr>
        <p:spPr>
          <a:xfrm>
            <a:off x="9988868" y="5084445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Responsive layout</a:t>
            </a:r>
            <a:endParaRPr lang="en-US" sz="2300" dirty="0"/>
          </a:p>
        </p:txBody>
      </p:sp>
      <p:sp>
        <p:nvSpPr>
          <p:cNvPr id="21" name="Rectangle 20"/>
          <p:cNvSpPr/>
          <p:nvPr/>
        </p:nvSpPr>
        <p:spPr>
          <a:xfrm>
            <a:off x="12533243" y="7613374"/>
            <a:ext cx="2097157" cy="61622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01694" y="1087241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Challenges Faced</a:t>
            </a:r>
            <a:endParaRPr lang="en-US" sz="4650" dirty="0"/>
          </a:p>
        </p:txBody>
      </p:sp>
      <p:sp>
        <p:nvSpPr>
          <p:cNvPr id="3" name="Shape 1"/>
          <p:cNvSpPr/>
          <p:nvPr/>
        </p:nvSpPr>
        <p:spPr>
          <a:xfrm>
            <a:off x="1211233" y="2530673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4" name="Text 2"/>
          <p:cNvSpPr/>
          <p:nvPr/>
        </p:nvSpPr>
        <p:spPr>
          <a:xfrm>
            <a:off x="1948349" y="2608540"/>
            <a:ext cx="3507105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Managing global cart state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211233" y="3829585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6" name="Text 4"/>
          <p:cNvSpPr/>
          <p:nvPr/>
        </p:nvSpPr>
        <p:spPr>
          <a:xfrm>
            <a:off x="1948349" y="3907452"/>
            <a:ext cx="3743920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Keeping cart data consistent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7949227" y="2530673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8686343" y="2608540"/>
            <a:ext cx="4264343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Syncing UI updates across pages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7949227" y="3829585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0" name="Text 8"/>
          <p:cNvSpPr/>
          <p:nvPr/>
        </p:nvSpPr>
        <p:spPr>
          <a:xfrm>
            <a:off x="8686343" y="3907452"/>
            <a:ext cx="436256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Handling quantity logic correctly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4401694" y="5362097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2" name="Text 10"/>
          <p:cNvSpPr/>
          <p:nvPr/>
        </p:nvSpPr>
        <p:spPr>
          <a:xfrm>
            <a:off x="5138810" y="5439964"/>
            <a:ext cx="3447574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Fixing data structure bugs</a:t>
            </a:r>
            <a:endParaRPr lang="en-US" sz="2300" dirty="0"/>
          </a:p>
        </p:txBody>
      </p:sp>
      <p:sp>
        <p:nvSpPr>
          <p:cNvPr id="13" name="Rectangle 12"/>
          <p:cNvSpPr/>
          <p:nvPr/>
        </p:nvSpPr>
        <p:spPr>
          <a:xfrm>
            <a:off x="12533243" y="7613374"/>
            <a:ext cx="2097157" cy="61622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324948" y="2608540"/>
            <a:ext cx="339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1324948" y="3879819"/>
            <a:ext cx="339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8062942" y="2608540"/>
            <a:ext cx="339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62942" y="3875022"/>
            <a:ext cx="339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15409" y="5432582"/>
            <a:ext cx="339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7700" y="1250389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Solutions</a:t>
            </a:r>
            <a:endParaRPr lang="en-US" sz="4650" dirty="0"/>
          </a:p>
        </p:txBody>
      </p:sp>
      <p:sp>
        <p:nvSpPr>
          <p:cNvPr id="4" name="Shape 1"/>
          <p:cNvSpPr/>
          <p:nvPr/>
        </p:nvSpPr>
        <p:spPr>
          <a:xfrm>
            <a:off x="793790" y="3697843"/>
            <a:ext cx="4196358" cy="30480"/>
          </a:xfrm>
          <a:prstGeom prst="rect">
            <a:avLst/>
          </a:prstGeom>
          <a:solidFill>
            <a:srgbClr val="FF6F1F"/>
          </a:solidFill>
          <a:ln/>
        </p:spPr>
      </p:sp>
      <p:sp>
        <p:nvSpPr>
          <p:cNvPr id="5" name="Text 2"/>
          <p:cNvSpPr/>
          <p:nvPr/>
        </p:nvSpPr>
        <p:spPr>
          <a:xfrm>
            <a:off x="793790" y="3872151"/>
            <a:ext cx="4196358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Used React Context API for cart state</a:t>
            </a:r>
            <a:endParaRPr lang="en-US" sz="2300" dirty="0"/>
          </a:p>
        </p:txBody>
      </p:sp>
      <p:sp>
        <p:nvSpPr>
          <p:cNvPr id="7" name="Shape 3"/>
          <p:cNvSpPr/>
          <p:nvPr/>
        </p:nvSpPr>
        <p:spPr>
          <a:xfrm>
            <a:off x="5216962" y="3697843"/>
            <a:ext cx="4196358" cy="30480"/>
          </a:xfrm>
          <a:prstGeom prst="rect">
            <a:avLst/>
          </a:prstGeom>
          <a:solidFill>
            <a:srgbClr val="FF6F1F"/>
          </a:solidFill>
          <a:ln/>
        </p:spPr>
      </p:sp>
      <p:sp>
        <p:nvSpPr>
          <p:cNvPr id="8" name="Text 4"/>
          <p:cNvSpPr/>
          <p:nvPr/>
        </p:nvSpPr>
        <p:spPr>
          <a:xfrm>
            <a:off x="5216962" y="3872151"/>
            <a:ext cx="4196358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Standardized cart item structure</a:t>
            </a:r>
            <a:endParaRPr lang="en-US" sz="2300" dirty="0"/>
          </a:p>
        </p:txBody>
      </p:sp>
      <p:sp>
        <p:nvSpPr>
          <p:cNvPr id="10" name="Shape 5"/>
          <p:cNvSpPr/>
          <p:nvPr/>
        </p:nvSpPr>
        <p:spPr>
          <a:xfrm>
            <a:off x="9640133" y="3697843"/>
            <a:ext cx="4196358" cy="30480"/>
          </a:xfrm>
          <a:prstGeom prst="rect">
            <a:avLst/>
          </a:prstGeom>
          <a:solidFill>
            <a:srgbClr val="FF6F1F"/>
          </a:solidFill>
          <a:ln/>
        </p:spPr>
      </p:sp>
      <p:sp>
        <p:nvSpPr>
          <p:cNvPr id="11" name="Text 6"/>
          <p:cNvSpPr/>
          <p:nvPr/>
        </p:nvSpPr>
        <p:spPr>
          <a:xfrm>
            <a:off x="9640133" y="3872151"/>
            <a:ext cx="3128010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Added defensive checks</a:t>
            </a:r>
            <a:endParaRPr lang="en-US" sz="2300" dirty="0"/>
          </a:p>
        </p:txBody>
      </p:sp>
      <p:sp>
        <p:nvSpPr>
          <p:cNvPr id="13" name="Shape 7"/>
          <p:cNvSpPr/>
          <p:nvPr/>
        </p:nvSpPr>
        <p:spPr>
          <a:xfrm>
            <a:off x="793790" y="5368171"/>
            <a:ext cx="6407944" cy="30480"/>
          </a:xfrm>
          <a:prstGeom prst="rect">
            <a:avLst/>
          </a:prstGeom>
          <a:solidFill>
            <a:srgbClr val="FF6F1F"/>
          </a:solidFill>
          <a:ln/>
        </p:spPr>
      </p:sp>
      <p:sp>
        <p:nvSpPr>
          <p:cNvPr id="14" name="Text 8"/>
          <p:cNvSpPr/>
          <p:nvPr/>
        </p:nvSpPr>
        <p:spPr>
          <a:xfrm>
            <a:off x="793790" y="5542478"/>
            <a:ext cx="4458057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Used Bootstrap utilities for layout</a:t>
            </a:r>
            <a:endParaRPr lang="en-US" sz="2300" dirty="0"/>
          </a:p>
        </p:txBody>
      </p:sp>
      <p:sp>
        <p:nvSpPr>
          <p:cNvPr id="16" name="Shape 9"/>
          <p:cNvSpPr/>
          <p:nvPr/>
        </p:nvSpPr>
        <p:spPr>
          <a:xfrm>
            <a:off x="7428548" y="5368171"/>
            <a:ext cx="6407944" cy="30480"/>
          </a:xfrm>
          <a:prstGeom prst="rect">
            <a:avLst/>
          </a:prstGeom>
          <a:solidFill>
            <a:srgbClr val="FF6F1F"/>
          </a:solidFill>
          <a:ln/>
        </p:spPr>
      </p:sp>
      <p:sp>
        <p:nvSpPr>
          <p:cNvPr id="17" name="Text 10"/>
          <p:cNvSpPr/>
          <p:nvPr/>
        </p:nvSpPr>
        <p:spPr>
          <a:xfrm>
            <a:off x="7428548" y="5542478"/>
            <a:ext cx="3497937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Stored cart in localStorage</a:t>
            </a:r>
            <a:endParaRPr lang="en-US" sz="2300" dirty="0"/>
          </a:p>
        </p:txBody>
      </p:sp>
      <p:sp>
        <p:nvSpPr>
          <p:cNvPr id="18" name="Rectangle 17"/>
          <p:cNvSpPr/>
          <p:nvPr/>
        </p:nvSpPr>
        <p:spPr>
          <a:xfrm>
            <a:off x="12533243" y="7613374"/>
            <a:ext cx="2097157" cy="61622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13050" y="1224811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Project Links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3573158"/>
            <a:ext cx="13042821" cy="805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250000"/>
              </a:lnSpc>
              <a:buSzPct val="100000"/>
              <a:buChar char="•"/>
            </a:pPr>
            <a:r>
              <a:rPr lang="en-US" sz="2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GitHub Repository: </a:t>
            </a:r>
            <a:r>
              <a:rPr lang="en-US" sz="2400" u="sng" dirty="0">
                <a:solidFill>
                  <a:srgbClr val="020202"/>
                </a:solidFill>
                <a:latin typeface="DM Sans" pitchFamily="34" charset="0"/>
                <a:ea typeface="DM Sans" pitchFamily="34" charset="-122"/>
                <a:cs typeface="DM San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https://github.com/habiba-elsayed/nord.git</a:t>
            </a:r>
            <a:endParaRPr lang="en-US" sz="2400" dirty="0"/>
          </a:p>
          <a:p>
            <a:pPr marL="342900" indent="-342900" algn="l">
              <a:lnSpc>
                <a:spcPct val="250000"/>
              </a:lnSpc>
              <a:buSzPct val="100000"/>
              <a:buChar char="•"/>
            </a:pPr>
            <a:r>
              <a:rPr lang="en-US" sz="2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Live Demo : </a:t>
            </a:r>
            <a:r>
              <a:rPr lang="en-US" sz="2400" u="sng" dirty="0">
                <a:solidFill>
                  <a:srgbClr val="020202"/>
                </a:solidFill>
                <a:latin typeface="DM Sans" pitchFamily="34" charset="0"/>
                <a:ea typeface="DM Sans" pitchFamily="34" charset="-122"/>
                <a:cs typeface="DM Sans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https://nord.free.nf/</a:t>
            </a:r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12533243" y="7613374"/>
            <a:ext cx="2097157" cy="61622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32120" y="948978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Conclusion</a:t>
            </a:r>
            <a:endParaRPr lang="en-US" sz="4650" dirty="0"/>
          </a:p>
        </p:txBody>
      </p:sp>
      <p:sp>
        <p:nvSpPr>
          <p:cNvPr id="3" name="Shape 1"/>
          <p:cNvSpPr/>
          <p:nvPr/>
        </p:nvSpPr>
        <p:spPr>
          <a:xfrm>
            <a:off x="793789" y="2842864"/>
            <a:ext cx="6407944" cy="825698"/>
          </a:xfrm>
          <a:prstGeom prst="roundRect">
            <a:avLst>
              <a:gd name="adj" fmla="val 4121"/>
            </a:avLst>
          </a:prstGeom>
          <a:solidFill>
            <a:srgbClr val="F2EEEE"/>
          </a:solidFill>
          <a:ln/>
        </p:spPr>
      </p:sp>
      <p:sp>
        <p:nvSpPr>
          <p:cNvPr id="4" name="Text 2"/>
          <p:cNvSpPr/>
          <p:nvPr/>
        </p:nvSpPr>
        <p:spPr>
          <a:xfrm>
            <a:off x="1580317" y="3061939"/>
            <a:ext cx="4496157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Built a complete full-stack project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7428547" y="2842864"/>
            <a:ext cx="6408063" cy="825698"/>
          </a:xfrm>
          <a:prstGeom prst="roundRect">
            <a:avLst>
              <a:gd name="adj" fmla="val 4121"/>
            </a:avLst>
          </a:prstGeom>
          <a:solidFill>
            <a:srgbClr val="F2EEEE"/>
          </a:solidFill>
          <a:ln/>
        </p:spPr>
      </p:sp>
      <p:sp>
        <p:nvSpPr>
          <p:cNvPr id="6" name="Text 4"/>
          <p:cNvSpPr/>
          <p:nvPr/>
        </p:nvSpPr>
        <p:spPr>
          <a:xfrm>
            <a:off x="8490248" y="3061939"/>
            <a:ext cx="3935611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Used real production patterns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793790" y="4827151"/>
            <a:ext cx="6407944" cy="825698"/>
          </a:xfrm>
          <a:prstGeom prst="roundRect">
            <a:avLst>
              <a:gd name="adj" fmla="val 4121"/>
            </a:avLst>
          </a:pr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1644015" y="5053965"/>
            <a:ext cx="443245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Project is scalable and deployable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7428548" y="4827151"/>
            <a:ext cx="6408063" cy="825698"/>
          </a:xfrm>
          <a:prstGeom prst="roundRect">
            <a:avLst>
              <a:gd name="adj" fmla="val 4121"/>
            </a:avLst>
          </a:prstGeom>
          <a:solidFill>
            <a:srgbClr val="F2EEEE"/>
          </a:solidFill>
          <a:ln/>
        </p:spPr>
      </p:sp>
      <p:sp>
        <p:nvSpPr>
          <p:cNvPr id="10" name="Text 8"/>
          <p:cNvSpPr/>
          <p:nvPr/>
        </p:nvSpPr>
        <p:spPr>
          <a:xfrm>
            <a:off x="8008401" y="5037290"/>
            <a:ext cx="4899303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Strong foundation for future features</a:t>
            </a:r>
            <a:endParaRPr lang="en-US" sz="2300" dirty="0"/>
          </a:p>
        </p:txBody>
      </p:sp>
      <p:sp>
        <p:nvSpPr>
          <p:cNvPr id="11" name="Rectangle 10"/>
          <p:cNvSpPr/>
          <p:nvPr/>
        </p:nvSpPr>
        <p:spPr>
          <a:xfrm>
            <a:off x="12533243" y="7613374"/>
            <a:ext cx="2097157" cy="61622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228</Words>
  <Application>Microsoft Office PowerPoint</Application>
  <PresentationFormat>Custom</PresentationFormat>
  <Paragraphs>67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Calibri</vt:lpstr>
      <vt:lpstr>DM Sans</vt:lpstr>
      <vt:lpstr>Arial</vt:lpstr>
      <vt:lpstr>PT 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Microsoft account</cp:lastModifiedBy>
  <cp:revision>6</cp:revision>
  <dcterms:created xsi:type="dcterms:W3CDTF">2026-03-25T20:44:13Z</dcterms:created>
  <dcterms:modified xsi:type="dcterms:W3CDTF">2026-03-30T21:43:41Z</dcterms:modified>
</cp:coreProperties>
</file>